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Hi Reading Star! We play, read, and meet Ben the rabbit!</a:t>
            </a:r>
          </a:p>
          <a:p/>
          <a:p>
            <a:r>
              <a:t>QUESTION TO ASK:</a:t>
            </a:r>
          </a:p>
          <a:p>
            <a:r>
              <a:t>What's your name?</a:t>
            </a:r>
          </a:p>
          <a:p/>
          <a:p>
            <a:r>
              <a:t>EXPECTED ANSWER:</a:t>
            </a:r>
          </a:p>
          <a:p>
            <a:r>
              <a:t>Child says name.</a:t>
            </a:r>
          </a:p>
          <a:p/>
          <a:p>
            <a:r>
              <a:t>IF CHILD STRUGGLES:</a:t>
            </a:r>
          </a:p>
          <a:p>
            <a:r>
              <a:t>Model your name.</a:t>
            </a:r>
          </a:p>
          <a:p/>
          <a:p>
            <a:r>
              <a:t>ENCOURAGING PHRASES:</a:t>
            </a:r>
          </a:p>
          <a:p>
            <a:r>
              <a:t>Excellent!</a:t>
            </a:r>
          </a:p>
          <a:p/>
          <a:p>
            <a:r>
              <a:t>TIMING: 0–2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Point to one face!</a:t>
            </a:r>
          </a:p>
          <a:p/>
          <a:p>
            <a:r>
              <a:t>QUESTION TO ASK:</a:t>
            </a:r>
          </a:p>
          <a:p>
            <a:r>
              <a:t>How do you feel?</a:t>
            </a:r>
          </a:p>
          <a:p/>
          <a:p>
            <a:r>
              <a:t>EXPECTED ANSWER:</a:t>
            </a:r>
          </a:p>
          <a:p>
            <a:r>
              <a:t>happy/sleepy/excited</a:t>
            </a:r>
          </a:p>
          <a:p/>
          <a:p>
            <a:r>
              <a:t>IF CHILD STRUGGLES:</a:t>
            </a:r>
          </a:p>
          <a:p>
            <a:r>
              <a:t>Model first.</a:t>
            </a:r>
          </a:p>
          <a:p/>
          <a:p>
            <a:r>
              <a:t>ENCOURAGING PHRASES:</a:t>
            </a:r>
          </a:p>
          <a:p>
            <a:r>
              <a:t>Great choice!</a:t>
            </a:r>
          </a:p>
          <a:p/>
          <a:p>
            <a:r>
              <a:t>EASIER OPTION:</a:t>
            </a:r>
          </a:p>
          <a:p>
            <a:r>
              <a:t>Teacher picks first.</a:t>
            </a:r>
          </a:p>
          <a:p/>
          <a:p>
            <a:r>
              <a:t>HARDER OPTION:</a:t>
            </a:r>
          </a:p>
          <a:p>
            <a:r>
              <a:t>Why?</a:t>
            </a:r>
          </a:p>
          <a:p/>
          <a:p>
            <a:r>
              <a:t>TIMING: 2–3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We will do four fun things!</a:t>
            </a:r>
          </a:p>
          <a:p/>
          <a:p>
            <a:r>
              <a:t>QUESTION TO ASK:</a:t>
            </a:r>
          </a:p>
          <a:p>
            <a:r>
              <a:t>Which sounds most fun?</a:t>
            </a:r>
          </a:p>
          <a:p/>
          <a:p>
            <a:r>
              <a:t>EXPECTED ANSWER:</a:t>
            </a:r>
          </a:p>
          <a:p>
            <a:r>
              <a:t>any choice</a:t>
            </a:r>
          </a:p>
          <a:p/>
          <a:p>
            <a:r>
              <a:t>IF CHILD STRUGGLES:</a:t>
            </a:r>
          </a:p>
          <a:p>
            <a:r>
              <a:t>Keep it exciting.</a:t>
            </a:r>
          </a:p>
          <a:p/>
          <a:p>
            <a:r>
              <a:t>ENCOURAGING PHRASES:</a:t>
            </a:r>
          </a:p>
          <a:p>
            <a:r>
              <a:t>Me too!</a:t>
            </a:r>
          </a:p>
          <a:p/>
          <a:p>
            <a:r>
              <a:t>EASIER OPTION:</a:t>
            </a:r>
          </a:p>
          <a:p>
            <a:r>
              <a:t>Point to one.</a:t>
            </a:r>
          </a:p>
          <a:p/>
          <a:p>
            <a:r>
              <a:t>HARDER OPTION:</a:t>
            </a:r>
          </a:p>
          <a:p>
            <a:r>
              <a:t>Let's go!</a:t>
            </a:r>
          </a:p>
          <a:p/>
          <a:p>
            <a:r>
              <a:t>TIMING: 3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Look and say each word. Repeat each word.</a:t>
            </a:r>
          </a:p>
          <a:p/>
          <a:p>
            <a:r>
              <a:t>QUESTION TO ASK:</a:t>
            </a:r>
          </a:p>
          <a:p>
            <a:r>
              <a:t>What is this?</a:t>
            </a:r>
          </a:p>
          <a:p/>
          <a:p>
            <a:r>
              <a:t>EXPECTED ANSWER:</a:t>
            </a:r>
          </a:p>
          <a:p>
            <a:r>
              <a:t>Rabbit, Tree, House</a:t>
            </a:r>
          </a:p>
          <a:p/>
          <a:p>
            <a:r>
              <a:t>IF CHILD STRUGGLES:</a:t>
            </a:r>
          </a:p>
          <a:p>
            <a:r>
              <a:t>First sound help. Point to mouth.</a:t>
            </a:r>
          </a:p>
          <a:p/>
          <a:p>
            <a:r>
              <a:t>ENCOURAGING PHRASES:</a:t>
            </a:r>
          </a:p>
          <a:p>
            <a:r>
              <a:t>Yes! / Say it with me! / Reading star!</a:t>
            </a:r>
          </a:p>
          <a:p/>
          <a:p>
            <a:r>
              <a:t>EASIER OPTION:</a:t>
            </a:r>
          </a:p>
          <a:p>
            <a:r>
              <a:t>Repeat after teacher.</a:t>
            </a:r>
          </a:p>
          <a:p/>
          <a:p>
            <a:r>
              <a:t>HARDER OPTION:</a:t>
            </a:r>
          </a:p>
          <a:p>
            <a:r>
              <a:t>Use in a sentence: I see a ___</a:t>
            </a:r>
          </a:p>
          <a:p/>
          <a:p>
            <a:r>
              <a:t>TIMING: 3–5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Look and say each word. Ball is in our story!</a:t>
            </a:r>
          </a:p>
          <a:p/>
          <a:p>
            <a:r>
              <a:t>QUESTION TO ASK:</a:t>
            </a:r>
          </a:p>
          <a:p>
            <a:r>
              <a:t>What is this?</a:t>
            </a:r>
          </a:p>
          <a:p/>
          <a:p>
            <a:r>
              <a:t>EXPECTED ANSWER:</a:t>
            </a:r>
          </a:p>
          <a:p>
            <a:r>
              <a:t>Sun, Apple, Ball</a:t>
            </a:r>
          </a:p>
          <a:p/>
          <a:p>
            <a:r>
              <a:t>IF CHILD STRUGGLES:</a:t>
            </a:r>
          </a:p>
          <a:p>
            <a:r>
              <a:t>First sound help. Point to mouth.</a:t>
            </a:r>
          </a:p>
          <a:p/>
          <a:p>
            <a:r>
              <a:t>ENCOURAGING PHRASES:</a:t>
            </a:r>
          </a:p>
          <a:p>
            <a:r>
              <a:t>Yes! / Say it with me! / Reading star!</a:t>
            </a:r>
          </a:p>
          <a:p/>
          <a:p>
            <a:r>
              <a:t>EASIER OPTION:</a:t>
            </a:r>
          </a:p>
          <a:p>
            <a:r>
              <a:t>Repeat after teacher.</a:t>
            </a:r>
          </a:p>
          <a:p/>
          <a:p>
            <a:r>
              <a:t>HARDER OPTION:</a:t>
            </a:r>
          </a:p>
          <a:p>
            <a:r>
              <a:t>Use in a sentence: I see a ___</a:t>
            </a:r>
          </a:p>
          <a:p/>
          <a:p>
            <a:r>
              <a:t>TIMING: 5–6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Clap the sounds!</a:t>
            </a:r>
          </a:p>
          <a:p/>
          <a:p>
            <a:r>
              <a:t>QUESTION TO ASK:</a:t>
            </a:r>
          </a:p>
          <a:p>
            <a:r>
              <a:t>Say R-A-B-B-I-T</a:t>
            </a:r>
          </a:p>
          <a:p/>
          <a:p>
            <a:r>
              <a:t>EXPECTED ANSWER:</a:t>
            </a:r>
          </a:p>
          <a:p>
            <a:r>
              <a:t>rabbit</a:t>
            </a:r>
          </a:p>
          <a:p/>
          <a:p>
            <a:r>
              <a:t>IF CHILD STRUGGLES:</a:t>
            </a:r>
          </a:p>
          <a:p>
            <a:r>
              <a:t>Slow stretch.</a:t>
            </a:r>
          </a:p>
          <a:p/>
          <a:p>
            <a:r>
              <a:t>ENCOURAGING PHRASES:</a:t>
            </a:r>
          </a:p>
          <a:p>
            <a:r>
              <a:t>Together!</a:t>
            </a:r>
          </a:p>
          <a:p/>
          <a:p>
            <a:r>
              <a:t>EASIER OPTION:</a:t>
            </a:r>
          </a:p>
          <a:p>
            <a:r>
              <a:t>RRR sound.</a:t>
            </a:r>
          </a:p>
          <a:p/>
          <a:p>
            <a:r>
              <a:t>HARDER OPTION:</a:t>
            </a:r>
          </a:p>
          <a:p>
            <a:r>
              <a:t>Tap desk.</a:t>
            </a:r>
          </a:p>
          <a:p/>
          <a:p>
            <a:r>
              <a:t>TIMING: 6–7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Story words!</a:t>
            </a:r>
          </a:p>
          <a:p/>
          <a:p>
            <a:r>
              <a:t>QUESTION TO ASK:</a:t>
            </a:r>
          </a:p>
          <a:p>
            <a:r>
              <a:t>Say HOME</a:t>
            </a:r>
          </a:p>
          <a:p/>
          <a:p>
            <a:r>
              <a:t>EXPECTED ANSWER:</a:t>
            </a:r>
          </a:p>
          <a:p>
            <a:r>
              <a:t>home, ball</a:t>
            </a:r>
          </a:p>
          <a:p/>
          <a:p>
            <a:r>
              <a:t>IF CHILD STRUGGLES:</a:t>
            </a:r>
          </a:p>
          <a:p>
            <a:r>
              <a:t>Echo.</a:t>
            </a:r>
          </a:p>
          <a:p/>
          <a:p>
            <a:r>
              <a:t>ENCOURAGING PHRASES:</a:t>
            </a:r>
          </a:p>
          <a:p>
            <a:r>
              <a:t>Super!</a:t>
            </a:r>
          </a:p>
          <a:p/>
          <a:p>
            <a:r>
              <a:t>EASIER OPTION:</a:t>
            </a:r>
          </a:p>
          <a:p>
            <a:r>
              <a:t>First letter.</a:t>
            </a:r>
          </a:p>
          <a:p/>
          <a:p>
            <a:r>
              <a:t>HARDER OPTION:</a:t>
            </a:r>
          </a:p>
          <a:p>
            <a:r>
              <a:t>Sentence.</a:t>
            </a:r>
          </a:p>
          <a:p/>
          <a:p>
            <a:r>
              <a:t>TIMING: 7–8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Pick the story word!</a:t>
            </a:r>
          </a:p>
          <a:p/>
          <a:p>
            <a:r>
              <a:t>QUESTION TO ASK:</a:t>
            </a:r>
          </a:p>
          <a:p>
            <a:r>
              <a:t>Which one?</a:t>
            </a:r>
          </a:p>
          <a:p/>
          <a:p>
            <a:r>
              <a:t>EXPECTED ANSWER:</a:t>
            </a:r>
          </a:p>
          <a:p>
            <a:r>
              <a:t>RUN</a:t>
            </a:r>
          </a:p>
          <a:p/>
          <a:p>
            <a:r>
              <a:t>IF CHILD STRUGGLES:</a:t>
            </a:r>
          </a:p>
          <a:p>
            <a:r>
              <a:t>Say each aloud.</a:t>
            </a:r>
          </a:p>
          <a:p/>
          <a:p>
            <a:r>
              <a:t>ENCOURAGING PHRASES:</a:t>
            </a:r>
          </a:p>
          <a:p>
            <a:r>
              <a:t>Yum!</a:t>
            </a:r>
          </a:p>
          <a:p/>
          <a:p>
            <a:r>
              <a:t>EASIER OPTION:</a:t>
            </a:r>
          </a:p>
          <a:p>
            <a:r>
              <a:t>Two choices.</a:t>
            </a:r>
          </a:p>
          <a:p/>
          <a:p>
            <a:r>
              <a:t>HARDER OPTION:</a:t>
            </a:r>
          </a:p>
          <a:p>
            <a:r>
              <a:t>Why pick it?</a:t>
            </a:r>
          </a:p>
          <a:p/>
          <a:p>
            <a:r>
              <a:t>TIMING: 8–9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Pick the story word!</a:t>
            </a:r>
          </a:p>
          <a:p/>
          <a:p>
            <a:r>
              <a:t>QUESTION TO ASK:</a:t>
            </a:r>
          </a:p>
          <a:p>
            <a:r>
              <a:t>Which one?</a:t>
            </a:r>
          </a:p>
          <a:p/>
          <a:p>
            <a:r>
              <a:t>EXPECTED ANSWER:</a:t>
            </a:r>
          </a:p>
          <a:p>
            <a:r>
              <a:t>HOME</a:t>
            </a:r>
          </a:p>
          <a:p/>
          <a:p>
            <a:r>
              <a:t>IF CHILD STRUGGLES:</a:t>
            </a:r>
          </a:p>
          <a:p>
            <a:r>
              <a:t>Say each aloud.</a:t>
            </a:r>
          </a:p>
          <a:p/>
          <a:p>
            <a:r>
              <a:t>ENCOURAGING PHRASES:</a:t>
            </a:r>
          </a:p>
          <a:p>
            <a:r>
              <a:t>Yum!</a:t>
            </a:r>
          </a:p>
          <a:p/>
          <a:p>
            <a:r>
              <a:t>EASIER OPTION:</a:t>
            </a:r>
          </a:p>
          <a:p>
            <a:r>
              <a:t>Two choices.</a:t>
            </a:r>
          </a:p>
          <a:p/>
          <a:p>
            <a:r>
              <a:t>HARDER OPTION:</a:t>
            </a:r>
          </a:p>
          <a:p>
            <a:r>
              <a:t>Why pick it?</a:t>
            </a:r>
          </a:p>
          <a:p/>
          <a:p>
            <a:r>
              <a:t>TIMING: 9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Pick the story word!</a:t>
            </a:r>
          </a:p>
          <a:p/>
          <a:p>
            <a:r>
              <a:t>QUESTION TO ASK:</a:t>
            </a:r>
          </a:p>
          <a:p>
            <a:r>
              <a:t>Which one?</a:t>
            </a:r>
          </a:p>
          <a:p/>
          <a:p>
            <a:r>
              <a:t>EXPECTED ANSWER:</a:t>
            </a:r>
          </a:p>
          <a:p>
            <a:r>
              <a:t>BALL</a:t>
            </a:r>
          </a:p>
          <a:p/>
          <a:p>
            <a:r>
              <a:t>IF CHILD STRUGGLES:</a:t>
            </a:r>
          </a:p>
          <a:p>
            <a:r>
              <a:t>Say each aloud.</a:t>
            </a:r>
          </a:p>
          <a:p/>
          <a:p>
            <a:r>
              <a:t>ENCOURAGING PHRASES:</a:t>
            </a:r>
          </a:p>
          <a:p>
            <a:r>
              <a:t>Yum!</a:t>
            </a:r>
          </a:p>
          <a:p/>
          <a:p>
            <a:r>
              <a:t>EASIER OPTION:</a:t>
            </a:r>
          </a:p>
          <a:p>
            <a:r>
              <a:t>Two choices.</a:t>
            </a:r>
          </a:p>
          <a:p/>
          <a:p>
            <a:r>
              <a:t>HARDER OPTION:</a:t>
            </a:r>
          </a:p>
          <a:p>
            <a:r>
              <a:t>Why pick it?</a:t>
            </a:r>
          </a:p>
          <a:p/>
          <a:p>
            <a:r>
              <a:t>TIMING: 9–10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Draw a line with your finger!</a:t>
            </a:r>
          </a:p>
          <a:p/>
          <a:p>
            <a:r>
              <a:t>QUESTION TO ASK:</a:t>
            </a:r>
          </a:p>
          <a:p>
            <a:r>
              <a:t>Which word goes with rabbit?</a:t>
            </a:r>
          </a:p>
          <a:p/>
          <a:p>
            <a:r>
              <a:t>EXPECTED ANSWER:</a:t>
            </a:r>
          </a:p>
          <a:p>
            <a:r>
              <a:t>rabbit-tree-ball-sun</a:t>
            </a:r>
          </a:p>
          <a:p/>
          <a:p>
            <a:r>
              <a:t>IF CHILD STRUGGLES:</a:t>
            </a:r>
          </a:p>
          <a:p>
            <a:r>
              <a:t>Say both together.</a:t>
            </a:r>
          </a:p>
          <a:p/>
          <a:p>
            <a:r>
              <a:t>ENCOURAGING PHRASES:</a:t>
            </a:r>
          </a:p>
          <a:p>
            <a:r>
              <a:t>Perfect match!</a:t>
            </a:r>
          </a:p>
          <a:p/>
          <a:p>
            <a:r>
              <a:t>EASIER OPTION:</a:t>
            </a:r>
          </a:p>
          <a:p>
            <a:r>
              <a:t>One pair at a time.</a:t>
            </a:r>
          </a:p>
          <a:p/>
          <a:p>
            <a:r>
              <a:t>HARDER OPTION:</a:t>
            </a:r>
          </a:p>
          <a:p>
            <a:r>
              <a:t>Make a sentence.</a:t>
            </a:r>
          </a:p>
          <a:p/>
          <a:p>
            <a:r>
              <a:t>TIMING: 10–11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One sentence at a time. Big praise!</a:t>
            </a:r>
          </a:p>
          <a:p/>
          <a:p>
            <a:r>
              <a:t>QUESTION TO ASK:</a:t>
            </a:r>
          </a:p>
          <a:p>
            <a:r>
              <a:t>Read one line.</a:t>
            </a:r>
          </a:p>
          <a:p/>
          <a:p>
            <a:r>
              <a:t>EXPECTED ANSWER:</a:t>
            </a:r>
          </a:p>
          <a:p>
            <a:r>
              <a:t>Child reads with finger tracking.</a:t>
            </a:r>
          </a:p>
          <a:p/>
          <a:p>
            <a:r>
              <a:t>IF CHILD STRUGGLES:</a:t>
            </a:r>
          </a:p>
          <a:p>
            <a:r>
              <a:t>Echo read together.</a:t>
            </a:r>
          </a:p>
          <a:p/>
          <a:p>
            <a:r>
              <a:t>ENCOURAGING PHRASES:</a:t>
            </a:r>
          </a:p>
          <a:p>
            <a:r>
              <a:t>Excellent! / You read that!</a:t>
            </a:r>
          </a:p>
          <a:p/>
          <a:p>
            <a:r>
              <a:t>EASIER OPTION:</a:t>
            </a:r>
          </a:p>
          <a:p>
            <a:r>
              <a:t>Repeat after me.</a:t>
            </a:r>
          </a:p>
          <a:p/>
          <a:p>
            <a:r>
              <a:t>HARDER OPTION:</a:t>
            </a:r>
          </a:p>
          <a:p>
            <a:r>
              <a:t>Child reads alone.</a:t>
            </a:r>
          </a:p>
          <a:p/>
          <a:p>
            <a:r>
              <a:t>TIMING: 11–12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One sentence at a time. Big praise!</a:t>
            </a:r>
          </a:p>
          <a:p/>
          <a:p>
            <a:r>
              <a:t>QUESTION TO ASK:</a:t>
            </a:r>
          </a:p>
          <a:p>
            <a:r>
              <a:t>Read one line.</a:t>
            </a:r>
          </a:p>
          <a:p/>
          <a:p>
            <a:r>
              <a:t>EXPECTED ANSWER:</a:t>
            </a:r>
          </a:p>
          <a:p>
            <a:r>
              <a:t>Child reads with finger tracking.</a:t>
            </a:r>
          </a:p>
          <a:p/>
          <a:p>
            <a:r>
              <a:t>IF CHILD STRUGGLES:</a:t>
            </a:r>
          </a:p>
          <a:p>
            <a:r>
              <a:t>Echo read together.</a:t>
            </a:r>
          </a:p>
          <a:p/>
          <a:p>
            <a:r>
              <a:t>ENCOURAGING PHRASES:</a:t>
            </a:r>
          </a:p>
          <a:p>
            <a:r>
              <a:t>Excellent! / You read that!</a:t>
            </a:r>
          </a:p>
          <a:p/>
          <a:p>
            <a:r>
              <a:t>EASIER OPTION:</a:t>
            </a:r>
          </a:p>
          <a:p>
            <a:r>
              <a:t>Repeat after me.</a:t>
            </a:r>
          </a:p>
          <a:p/>
          <a:p>
            <a:r>
              <a:t>HARDER OPTION:</a:t>
            </a:r>
          </a:p>
          <a:p>
            <a:r>
              <a:t>Child reads alone.</a:t>
            </a:r>
          </a:p>
          <a:p/>
          <a:p>
            <a:r>
              <a:t>TIMING: 12–13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One sentence at a time. Big praise!</a:t>
            </a:r>
          </a:p>
          <a:p/>
          <a:p>
            <a:r>
              <a:t>QUESTION TO ASK:</a:t>
            </a:r>
          </a:p>
          <a:p>
            <a:r>
              <a:t>Read one line.</a:t>
            </a:r>
          </a:p>
          <a:p/>
          <a:p>
            <a:r>
              <a:t>EXPECTED ANSWER:</a:t>
            </a:r>
          </a:p>
          <a:p>
            <a:r>
              <a:t>Child reads with finger tracking.</a:t>
            </a:r>
          </a:p>
          <a:p/>
          <a:p>
            <a:r>
              <a:t>IF CHILD STRUGGLES:</a:t>
            </a:r>
          </a:p>
          <a:p>
            <a:r>
              <a:t>Echo read together.</a:t>
            </a:r>
          </a:p>
          <a:p/>
          <a:p>
            <a:r>
              <a:t>ENCOURAGING PHRASES:</a:t>
            </a:r>
          </a:p>
          <a:p>
            <a:r>
              <a:t>Excellent! / You read that!</a:t>
            </a:r>
          </a:p>
          <a:p/>
          <a:p>
            <a:r>
              <a:t>EASIER OPTION:</a:t>
            </a:r>
          </a:p>
          <a:p>
            <a:r>
              <a:t>Repeat after me.</a:t>
            </a:r>
          </a:p>
          <a:p/>
          <a:p>
            <a:r>
              <a:t>HARDER OPTION:</a:t>
            </a:r>
          </a:p>
          <a:p>
            <a:r>
              <a:t>Child reads alone.</a:t>
            </a:r>
          </a:p>
          <a:p/>
          <a:p>
            <a:r>
              <a:t>TIMING: 13–14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One sentence at a time. Big praise!</a:t>
            </a:r>
          </a:p>
          <a:p/>
          <a:p>
            <a:r>
              <a:t>QUESTION TO ASK:</a:t>
            </a:r>
          </a:p>
          <a:p>
            <a:r>
              <a:t>Read one line.</a:t>
            </a:r>
          </a:p>
          <a:p/>
          <a:p>
            <a:r>
              <a:t>EXPECTED ANSWER:</a:t>
            </a:r>
          </a:p>
          <a:p>
            <a:r>
              <a:t>Child reads with finger tracking.</a:t>
            </a:r>
          </a:p>
          <a:p/>
          <a:p>
            <a:r>
              <a:t>IF CHILD STRUGGLES:</a:t>
            </a:r>
          </a:p>
          <a:p>
            <a:r>
              <a:t>Echo read together.</a:t>
            </a:r>
          </a:p>
          <a:p/>
          <a:p>
            <a:r>
              <a:t>ENCOURAGING PHRASES:</a:t>
            </a:r>
          </a:p>
          <a:p>
            <a:r>
              <a:t>Excellent! / You read that!</a:t>
            </a:r>
          </a:p>
          <a:p/>
          <a:p>
            <a:r>
              <a:t>EASIER OPTION:</a:t>
            </a:r>
          </a:p>
          <a:p>
            <a:r>
              <a:t>Repeat after me.</a:t>
            </a:r>
          </a:p>
          <a:p/>
          <a:p>
            <a:r>
              <a:t>HARDER OPTION:</a:t>
            </a:r>
          </a:p>
          <a:p>
            <a:r>
              <a:t>Child reads alone.</a:t>
            </a:r>
          </a:p>
          <a:p/>
          <a:p>
            <a:r>
              <a:t>TIMING: 14–15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One sentence at a time. Big praise!</a:t>
            </a:r>
          </a:p>
          <a:p/>
          <a:p>
            <a:r>
              <a:t>QUESTION TO ASK:</a:t>
            </a:r>
          </a:p>
          <a:p>
            <a:r>
              <a:t>Read one line.</a:t>
            </a:r>
          </a:p>
          <a:p/>
          <a:p>
            <a:r>
              <a:t>EXPECTED ANSWER:</a:t>
            </a:r>
          </a:p>
          <a:p>
            <a:r>
              <a:t>Child reads with finger tracking.</a:t>
            </a:r>
          </a:p>
          <a:p/>
          <a:p>
            <a:r>
              <a:t>IF CHILD STRUGGLES:</a:t>
            </a:r>
          </a:p>
          <a:p>
            <a:r>
              <a:t>Echo read together.</a:t>
            </a:r>
          </a:p>
          <a:p/>
          <a:p>
            <a:r>
              <a:t>ENCOURAGING PHRASES:</a:t>
            </a:r>
          </a:p>
          <a:p>
            <a:r>
              <a:t>Excellent! / You read that!</a:t>
            </a:r>
          </a:p>
          <a:p/>
          <a:p>
            <a:r>
              <a:t>EASIER OPTION:</a:t>
            </a:r>
          </a:p>
          <a:p>
            <a:r>
              <a:t>Repeat after me.</a:t>
            </a:r>
          </a:p>
          <a:p/>
          <a:p>
            <a:r>
              <a:t>HARDER OPTION:</a:t>
            </a:r>
          </a:p>
          <a:p>
            <a:r>
              <a:t>Child reads alone.</a:t>
            </a:r>
          </a:p>
          <a:p/>
          <a:p>
            <a:r>
              <a:t>TIMING: 15–16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Point and read each word!</a:t>
            </a:r>
          </a:p>
          <a:p/>
          <a:p>
            <a:r>
              <a:t>QUESTION TO ASK:</a:t>
            </a:r>
          </a:p>
          <a:p>
            <a:r>
              <a:t>Read BEN</a:t>
            </a:r>
          </a:p>
          <a:p/>
          <a:p>
            <a:r>
              <a:t>EXPECTED ANSWER:</a:t>
            </a:r>
          </a:p>
          <a:p>
            <a:r>
              <a:t>all story words</a:t>
            </a:r>
          </a:p>
          <a:p/>
          <a:p>
            <a:r>
              <a:t>IF CHILD STRUGGLES:</a:t>
            </a:r>
          </a:p>
          <a:p>
            <a:r>
              <a:t>Together first.</a:t>
            </a:r>
          </a:p>
          <a:p/>
          <a:p>
            <a:r>
              <a:t>ENCOURAGING PHRASES:</a:t>
            </a:r>
          </a:p>
          <a:p>
            <a:r>
              <a:t>Star for each!</a:t>
            </a:r>
          </a:p>
          <a:p/>
          <a:p>
            <a:r>
              <a:t>EASIER OPTION:</a:t>
            </a:r>
          </a:p>
          <a:p>
            <a:r>
              <a:t>3 words only.</a:t>
            </a:r>
          </a:p>
          <a:p/>
          <a:p>
            <a:r>
              <a:t>HARDER OPTION:</a:t>
            </a:r>
          </a:p>
          <a:p>
            <a:r>
              <a:t>Use in sentence.</a:t>
            </a:r>
          </a:p>
          <a:p/>
          <a:p>
            <a:r>
              <a:t>TIMING: 16–17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Tap the word I say!</a:t>
            </a:r>
          </a:p>
          <a:p/>
          <a:p>
            <a:r>
              <a:t>QUESTION TO ASK:</a:t>
            </a:r>
          </a:p>
          <a:p>
            <a:r>
              <a:t>Find RABBIT</a:t>
            </a:r>
          </a:p>
          <a:p/>
          <a:p>
            <a:r>
              <a:t>EXPECTED ANSWER:</a:t>
            </a:r>
          </a:p>
          <a:p>
            <a:r>
              <a:t>points correctly</a:t>
            </a:r>
          </a:p>
          <a:p/>
          <a:p>
            <a:r>
              <a:t>IF CHILD STRUGGLES:</a:t>
            </a:r>
          </a:p>
          <a:p>
            <a:r>
              <a:t>First letter clue.</a:t>
            </a:r>
          </a:p>
          <a:p/>
          <a:p>
            <a:r>
              <a:t>ENCOURAGING PHRASES:</a:t>
            </a:r>
          </a:p>
          <a:p>
            <a:r>
              <a:t>You found it!</a:t>
            </a:r>
          </a:p>
          <a:p/>
          <a:p>
            <a:r>
              <a:t>EASIER OPTION:</a:t>
            </a:r>
          </a:p>
          <a:p>
            <a:r>
              <a:t>One word.</a:t>
            </a:r>
          </a:p>
          <a:p/>
          <a:p>
            <a:r>
              <a:t>HARDER OPTION:</a:t>
            </a:r>
          </a:p>
          <a:p>
            <a:r>
              <a:t>Say in sentence.</a:t>
            </a:r>
          </a:p>
          <a:p/>
          <a:p>
            <a:r>
              <a:t>TIMING: 17–18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Tap the word I say!</a:t>
            </a:r>
          </a:p>
          <a:p/>
          <a:p>
            <a:r>
              <a:t>QUESTION TO ASK:</a:t>
            </a:r>
          </a:p>
          <a:p>
            <a:r>
              <a:t>Find SUN</a:t>
            </a:r>
          </a:p>
          <a:p/>
          <a:p>
            <a:r>
              <a:t>EXPECTED ANSWER:</a:t>
            </a:r>
          </a:p>
          <a:p>
            <a:r>
              <a:t>points correctly</a:t>
            </a:r>
          </a:p>
          <a:p/>
          <a:p>
            <a:r>
              <a:t>IF CHILD STRUGGLES:</a:t>
            </a:r>
          </a:p>
          <a:p>
            <a:r>
              <a:t>First letter clue.</a:t>
            </a:r>
          </a:p>
          <a:p/>
          <a:p>
            <a:r>
              <a:t>ENCOURAGING PHRASES:</a:t>
            </a:r>
          </a:p>
          <a:p>
            <a:r>
              <a:t>You found it!</a:t>
            </a:r>
          </a:p>
          <a:p/>
          <a:p>
            <a:r>
              <a:t>EASIER OPTION:</a:t>
            </a:r>
          </a:p>
          <a:p>
            <a:r>
              <a:t>One word.</a:t>
            </a:r>
          </a:p>
          <a:p/>
          <a:p>
            <a:r>
              <a:t>HARDER OPTION:</a:t>
            </a:r>
          </a:p>
          <a:p>
            <a:r>
              <a:t>Say in sentence.</a:t>
            </a:r>
          </a:p>
          <a:p/>
          <a:p>
            <a:r>
              <a:t>TIMING: 18–19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Point to your answer!</a:t>
            </a:r>
          </a:p>
          <a:p/>
          <a:p>
            <a:r>
              <a:t>QUESTION TO ASK:</a:t>
            </a:r>
          </a:p>
          <a:p>
            <a:r>
              <a:t>Who? Where?</a:t>
            </a:r>
          </a:p>
          <a:p/>
          <a:p>
            <a:r>
              <a:t>EXPECTED ANSWER:</a:t>
            </a:r>
          </a:p>
          <a:p>
            <a:r>
              <a:t>Rabbit; near a tree</a:t>
            </a:r>
          </a:p>
          <a:p/>
          <a:p>
            <a:r>
              <a:t>IF CHILD STRUGGLES:</a:t>
            </a:r>
          </a:p>
          <a:p>
            <a:r>
              <a:t>Picture help.</a:t>
            </a:r>
          </a:p>
          <a:p/>
          <a:p>
            <a:r>
              <a:t>ENCOURAGING PHRASES:</a:t>
            </a:r>
          </a:p>
          <a:p>
            <a:r>
              <a:t>Yes!</a:t>
            </a:r>
          </a:p>
          <a:p/>
          <a:p>
            <a:r>
              <a:t>EASIER OPTION:</a:t>
            </a:r>
          </a:p>
          <a:p>
            <a:r>
              <a:t>Yes/no.</a:t>
            </a:r>
          </a:p>
          <a:p/>
          <a:p>
            <a:r>
              <a:t>HARDER OPTION:</a:t>
            </a:r>
          </a:p>
          <a:p>
            <a:r>
              <a:t>What color ball?</a:t>
            </a:r>
          </a:p>
          <a:p/>
          <a:p>
            <a:r>
              <a:t>TIMING: 19–20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Point to answer!</a:t>
            </a:r>
          </a:p>
          <a:p/>
          <a:p>
            <a:r>
              <a:t>QUESTION TO ASK:</a:t>
            </a:r>
          </a:p>
          <a:p>
            <a:r>
              <a:t>What? Ball? Happy?</a:t>
            </a:r>
          </a:p>
          <a:p/>
          <a:p>
            <a:r>
              <a:t>EXPECTED ANSWER:</a:t>
            </a:r>
          </a:p>
          <a:p>
            <a:r>
              <a:t>ball; rolls away; yes</a:t>
            </a:r>
          </a:p>
          <a:p/>
          <a:p>
            <a:r>
              <a:t>IF CHILD STRUGGLES:</a:t>
            </a:r>
          </a:p>
          <a:p>
            <a:r>
              <a:t>Look at story slides.</a:t>
            </a:r>
          </a:p>
          <a:p/>
          <a:p>
            <a:r>
              <a:t>ENCOURAGING PHRASES:</a:t>
            </a:r>
          </a:p>
          <a:p>
            <a:r>
              <a:t>Smart!</a:t>
            </a:r>
          </a:p>
          <a:p/>
          <a:p>
            <a:r>
              <a:t>EASIER OPTION:</a:t>
            </a:r>
          </a:p>
          <a:p>
            <a:r>
              <a:t>Two choices.</a:t>
            </a:r>
          </a:p>
          <a:p/>
          <a:p>
            <a:r>
              <a:t>HARDER OPTION:</a:t>
            </a:r>
          </a:p>
          <a:p>
            <a:r>
              <a:t>Tell me more.</a:t>
            </a:r>
          </a:p>
          <a:p/>
          <a:p>
            <a:r>
              <a:t>TIMING: 20–22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Say the whole sentence!</a:t>
            </a:r>
          </a:p>
          <a:p/>
          <a:p>
            <a:r>
              <a:t>QUESTION TO ASK:</a:t>
            </a:r>
          </a:p>
          <a:p>
            <a:r>
              <a:t>The rabbit can ___?</a:t>
            </a:r>
          </a:p>
          <a:p/>
          <a:p>
            <a:r>
              <a:t>EXPECTED ANSWER:</a:t>
            </a:r>
          </a:p>
          <a:p>
            <a:r>
              <a:t>run; red; rabbit</a:t>
            </a:r>
          </a:p>
          <a:p/>
          <a:p>
            <a:r>
              <a:t>IF CHILD STRUGGLES:</a:t>
            </a:r>
          </a:p>
          <a:p>
            <a:r>
              <a:t>Say together first.</a:t>
            </a:r>
          </a:p>
          <a:p/>
          <a:p>
            <a:r>
              <a:t>ENCOURAGING PHRASES:</a:t>
            </a:r>
          </a:p>
          <a:p>
            <a:r>
              <a:t>Wonderful!</a:t>
            </a:r>
          </a:p>
          <a:p/>
          <a:p>
            <a:r>
              <a:t>EASIER OPTION:</a:t>
            </a:r>
          </a:p>
          <a:p>
            <a:r>
              <a:t>Point to answer.</a:t>
            </a:r>
          </a:p>
          <a:p/>
          <a:p>
            <a:r>
              <a:t>HARDER OPTION:</a:t>
            </a:r>
          </a:p>
          <a:p>
            <a:r>
              <a:t>New sentence.</a:t>
            </a:r>
          </a:p>
          <a:p/>
          <a:p>
            <a:r>
              <a:t>TIMING: 22–23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Words that sound alike!</a:t>
            </a:r>
          </a:p>
          <a:p/>
          <a:p>
            <a:r>
              <a:t>QUESTION TO ASK:</a:t>
            </a:r>
          </a:p>
          <a:p>
            <a:r>
              <a:t>What rhymes with run?</a:t>
            </a:r>
          </a:p>
          <a:p/>
          <a:p>
            <a:r>
              <a:t>EXPECTED ANSWER:</a:t>
            </a:r>
          </a:p>
          <a:p>
            <a:r>
              <a:t>sun</a:t>
            </a:r>
          </a:p>
          <a:p/>
          <a:p>
            <a:r>
              <a:t>IF CHILD STRUGGLES:</a:t>
            </a:r>
          </a:p>
          <a:p>
            <a:r>
              <a:t>Hum the sounds.</a:t>
            </a:r>
          </a:p>
          <a:p/>
          <a:p>
            <a:r>
              <a:t>ENCOURAGING PHRASES:</a:t>
            </a:r>
          </a:p>
          <a:p>
            <a:r>
              <a:t>Great ears!</a:t>
            </a:r>
          </a:p>
          <a:p/>
          <a:p>
            <a:r>
              <a:t>EASIER OPTION:</a:t>
            </a:r>
          </a:p>
          <a:p>
            <a:r>
              <a:t>Clap syllables.</a:t>
            </a:r>
          </a:p>
          <a:p/>
          <a:p>
            <a:r>
              <a:t>HARDER OPTION:</a:t>
            </a:r>
          </a:p>
          <a:p>
            <a:r>
              <a:t>Find another rhyme.</a:t>
            </a:r>
          </a:p>
          <a:p/>
          <a:p>
            <a:r>
              <a:t>TIMING: 23–24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Quick seated wiggle!</a:t>
            </a:r>
          </a:p>
          <a:p/>
          <a:p>
            <a:r>
              <a:t>QUESTION TO ASK:</a:t>
            </a:r>
          </a:p>
          <a:p>
            <a:r>
              <a:t>Can you do all four?</a:t>
            </a:r>
          </a:p>
          <a:p/>
          <a:p>
            <a:r>
              <a:t>EXPECTED ANSWER:</a:t>
            </a:r>
          </a:p>
          <a:p>
            <a:r>
              <a:t>follows moves</a:t>
            </a:r>
          </a:p>
          <a:p/>
          <a:p>
            <a:r>
              <a:t>IF CHILD STRUGGLES:</a:t>
            </a:r>
          </a:p>
          <a:p>
            <a:r>
              <a:t>Do with child.</a:t>
            </a:r>
          </a:p>
          <a:p/>
          <a:p>
            <a:r>
              <a:t>ENCOURAGING PHRASES:</a:t>
            </a:r>
          </a:p>
          <a:p>
            <a:r>
              <a:t>Fun!</a:t>
            </a:r>
          </a:p>
          <a:p/>
          <a:p>
            <a:r>
              <a:t>EASIER OPTION:</a:t>
            </a:r>
          </a:p>
          <a:p>
            <a:r>
              <a:t>One move.</a:t>
            </a:r>
          </a:p>
          <a:p/>
          <a:p>
            <a:r>
              <a:t>HARDER OPTION:</a:t>
            </a:r>
          </a:p>
          <a:p>
            <a:r>
              <a:t>Favorite move?</a:t>
            </a:r>
          </a:p>
          <a:p/>
          <a:p>
            <a:r>
              <a:t>TIMING: 24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Your mini-story!</a:t>
            </a:r>
          </a:p>
          <a:p/>
          <a:p>
            <a:r>
              <a:t>QUESTION TO ASK:</a:t>
            </a:r>
          </a:p>
          <a:p>
            <a:r>
              <a:t>Who? Where? What?</a:t>
            </a:r>
          </a:p>
          <a:p/>
          <a:p>
            <a:r>
              <a:t>EXPECTED ANSWER:</a:t>
            </a:r>
          </a:p>
          <a:p>
            <a:r>
              <a:t>any simple story</a:t>
            </a:r>
          </a:p>
          <a:p/>
          <a:p>
            <a:r>
              <a:t>IF CHILD STRUGGLES:</a:t>
            </a:r>
          </a:p>
          <a:p>
            <a:r>
              <a:t>Praise ideas not grammar.</a:t>
            </a:r>
          </a:p>
          <a:p/>
          <a:p>
            <a:r>
              <a:t>ENCOURAGING PHRASES:</a:t>
            </a:r>
          </a:p>
          <a:p>
            <a:r>
              <a:t>I love it!</a:t>
            </a:r>
          </a:p>
          <a:p/>
          <a:p>
            <a:r>
              <a:t>EASIER OPTION:</a:t>
            </a:r>
          </a:p>
          <a:p>
            <a:r>
              <a:t>One sentence.</a:t>
            </a:r>
          </a:p>
          <a:p/>
          <a:p>
            <a:r>
              <a:t>HARDER OPTION:</a:t>
            </a:r>
          </a:p>
          <a:p>
            <a:r>
              <a:t>What happens next?</a:t>
            </a:r>
          </a:p>
          <a:p/>
          <a:p>
            <a:r>
              <a:t>TIMING: 24–26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Read and earn stars!</a:t>
            </a:r>
          </a:p>
          <a:p/>
          <a:p>
            <a:r>
              <a:t>QUESTION TO ASK:</a:t>
            </a:r>
          </a:p>
          <a:p>
            <a:r>
              <a:t>Read each line.</a:t>
            </a:r>
          </a:p>
          <a:p/>
          <a:p>
            <a:r>
              <a:t>EXPECTED ANSWER:</a:t>
            </a:r>
          </a:p>
          <a:p>
            <a:r>
              <a:t>reads with help</a:t>
            </a:r>
          </a:p>
          <a:p/>
          <a:p>
            <a:r>
              <a:t>IF CHILD STRUGGLES:</a:t>
            </a:r>
          </a:p>
          <a:p>
            <a:r>
              <a:t>Together on hard words.</a:t>
            </a:r>
          </a:p>
          <a:p/>
          <a:p>
            <a:r>
              <a:t>ENCOURAGING PHRASES:</a:t>
            </a:r>
          </a:p>
          <a:p>
            <a:r>
              <a:t>Star for you!</a:t>
            </a:r>
          </a:p>
          <a:p/>
          <a:p>
            <a:r>
              <a:t>EASIER OPTION:</a:t>
            </a:r>
          </a:p>
          <a:p>
            <a:r>
              <a:t>One sentence.</a:t>
            </a:r>
          </a:p>
          <a:p/>
          <a:p>
            <a:r>
              <a:t>HARDER OPTION:</a:t>
            </a:r>
          </a:p>
          <a:p>
            <a:r>
              <a:t>All alone.</a:t>
            </a:r>
          </a:p>
          <a:p/>
          <a:p>
            <a:r>
              <a:t>TIMING: 26–27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Read and earn stars!</a:t>
            </a:r>
          </a:p>
          <a:p/>
          <a:p>
            <a:r>
              <a:t>QUESTION TO ASK:</a:t>
            </a:r>
          </a:p>
          <a:p>
            <a:r>
              <a:t>Read each line.</a:t>
            </a:r>
          </a:p>
          <a:p/>
          <a:p>
            <a:r>
              <a:t>EXPECTED ANSWER:</a:t>
            </a:r>
          </a:p>
          <a:p>
            <a:r>
              <a:t>reads with help</a:t>
            </a:r>
          </a:p>
          <a:p/>
          <a:p>
            <a:r>
              <a:t>IF CHILD STRUGGLES:</a:t>
            </a:r>
          </a:p>
          <a:p>
            <a:r>
              <a:t>Together on hard words.</a:t>
            </a:r>
          </a:p>
          <a:p/>
          <a:p>
            <a:r>
              <a:t>ENCOURAGING PHRASES:</a:t>
            </a:r>
          </a:p>
          <a:p>
            <a:r>
              <a:t>Star for you!</a:t>
            </a:r>
          </a:p>
          <a:p/>
          <a:p>
            <a:r>
              <a:t>EASIER OPTION:</a:t>
            </a:r>
          </a:p>
          <a:p>
            <a:r>
              <a:t>One sentence.</a:t>
            </a:r>
          </a:p>
          <a:p/>
          <a:p>
            <a:r>
              <a:t>HARDER OPTION:</a:t>
            </a:r>
          </a:p>
          <a:p>
            <a:r>
              <a:t>All alone.</a:t>
            </a:r>
          </a:p>
          <a:p/>
          <a:p>
            <a:r>
              <a:t>TIMING: 27–28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Remember our adventure!</a:t>
            </a:r>
          </a:p>
          <a:p/>
          <a:p>
            <a:r>
              <a:t>QUESTION TO ASK:</a:t>
            </a:r>
          </a:p>
          <a:p>
            <a:r>
              <a:t>Four questions.</a:t>
            </a:r>
          </a:p>
          <a:p/>
          <a:p>
            <a:r>
              <a:t>EXPECTED ANSWER:</a:t>
            </a:r>
          </a:p>
          <a:p>
            <a:r>
              <a:t>Ben; ball rolled; etc.</a:t>
            </a:r>
          </a:p>
          <a:p/>
          <a:p>
            <a:r>
              <a:t>IF CHILD STRUGGLES:</a:t>
            </a:r>
          </a:p>
          <a:p>
            <a:r>
              <a:t>Choices OK.</a:t>
            </a:r>
          </a:p>
          <a:p/>
          <a:p>
            <a:r>
              <a:t>ENCOURAGING PHRASES:</a:t>
            </a:r>
          </a:p>
          <a:p>
            <a:r>
              <a:t>Great memory!</a:t>
            </a:r>
          </a:p>
          <a:p/>
          <a:p>
            <a:r>
              <a:t>EASIER OPTION:</a:t>
            </a:r>
          </a:p>
          <a:p>
            <a:r>
              <a:t>Nod.</a:t>
            </a:r>
          </a:p>
          <a:p/>
          <a:p>
            <a:r>
              <a:t>HARDER OPTION:</a:t>
            </a:r>
          </a:p>
          <a:p>
            <a:r>
              <a:t>Favorite part?</a:t>
            </a:r>
          </a:p>
          <a:p/>
          <a:p>
            <a:r>
              <a:t>TIMING: 28–29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SAY:</a:t>
            </a:r>
          </a:p>
          <a:p>
            <a:r>
              <a:t>Big celebration!</a:t>
            </a:r>
          </a:p>
          <a:p/>
          <a:p>
            <a:r>
              <a:t>QUESTION TO ASK:</a:t>
            </a:r>
          </a:p>
          <a:p>
            <a:r>
              <a:t>Favorite part?</a:t>
            </a:r>
          </a:p>
          <a:p/>
          <a:p>
            <a:r>
              <a:t>EXPECTED ANSWER:</a:t>
            </a:r>
          </a:p>
          <a:p>
            <a:r>
              <a:t>any happy answer</a:t>
            </a:r>
          </a:p>
          <a:p/>
          <a:p>
            <a:r>
              <a:t>IF CHILD STRUGGLES:</a:t>
            </a:r>
          </a:p>
          <a:p>
            <a:r>
              <a:t>End high energy.</a:t>
            </a:r>
          </a:p>
          <a:p/>
          <a:p>
            <a:r>
              <a:t>ENCOURAGING PHRASES:</a:t>
            </a:r>
          </a:p>
          <a:p>
            <a:r>
              <a:t>So proud!</a:t>
            </a:r>
          </a:p>
          <a:p/>
          <a:p>
            <a:r>
              <a:t>EASIER OPTION:</a:t>
            </a:r>
          </a:p>
          <a:p>
            <a:r>
              <a:t>Virtual sticker.</a:t>
            </a:r>
          </a:p>
          <a:p/>
          <a:p>
            <a:r>
              <a:t>HARDER OPTION:</a:t>
            </a:r>
          </a:p>
          <a:p>
            <a:r>
              <a:t>See you next time!</a:t>
            </a:r>
          </a:p>
          <a:p/>
          <a:p>
            <a:r>
              <a:t>TIMING: 29–30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0" y="914400"/>
            <a:ext cx="2103120" cy="210312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141732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2D3A4A"/>
                </a:solidFill>
                <a:latin typeface="Calibri"/>
              </a:rPr>
              <a:t>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2D3A4A"/>
                </a:solidFill>
                <a:latin typeface="Georgia"/>
              </a:rPr>
              <a:t>Hello, Reading Star! 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8AB5"/>
                </a:solidFill>
                <a:latin typeface="Calibri"/>
              </a:rPr>
              <a:t>The Little Rabbit's Big Adventure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0–2 min  |  Welcome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1/29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D3A4A"/>
                </a:solidFill>
                <a:latin typeface="Georgia"/>
              </a:rPr>
              <a:t>How are you feeling?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6060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34440" y="1920240"/>
            <a:ext cx="1234440" cy="123444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48840"/>
            <a:ext cx="1234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D3A4A"/>
                </a:solidFill>
                <a:latin typeface="Calibri"/>
              </a:rPr>
              <a:t>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3756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D3A4A"/>
                </a:solidFill>
                <a:latin typeface="Calibri"/>
              </a:rPr>
              <a:t>Happy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45920"/>
            <a:ext cx="26060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069080" y="1920240"/>
            <a:ext cx="1234440" cy="1234440"/>
          </a:xfrm>
          <a:prstGeom prst="ellipse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80" y="2148840"/>
            <a:ext cx="1234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D3A4A"/>
                </a:solidFill>
                <a:latin typeface="Calibri"/>
              </a:rPr>
              <a:t>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33756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D3A4A"/>
                </a:solidFill>
                <a:latin typeface="Calibri"/>
              </a:rPr>
              <a:t>Sleepy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6060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03720" y="1920240"/>
            <a:ext cx="1234440" cy="1234440"/>
          </a:xfrm>
          <a:prstGeom prst="ellipse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2148840"/>
            <a:ext cx="1234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D3A4A"/>
                </a:solidFill>
                <a:latin typeface="Calibri"/>
              </a:rPr>
              <a:t>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33756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D3A4A"/>
                </a:solidFill>
                <a:latin typeface="Calibri"/>
              </a:rPr>
              <a:t>Excited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645920"/>
            <a:ext cx="26060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38360" y="1920240"/>
            <a:ext cx="1234440" cy="1234440"/>
          </a:xfrm>
          <a:prstGeom prst="ellipse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2148840"/>
            <a:ext cx="1234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D3A4A"/>
                </a:solidFill>
                <a:latin typeface="Calibri"/>
              </a:rPr>
              <a:t>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33756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D3A4A"/>
                </a:solidFill>
                <a:latin typeface="Calibri"/>
              </a:rPr>
              <a:t>Super excited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2–3 min  |  Feelings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2/29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D3A4A"/>
                </a:solidFill>
                <a:latin typeface="Georgia"/>
              </a:rPr>
              <a:t>Today's Adventure! 🗺️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2697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D3A4A"/>
                </a:solidFill>
                <a:latin typeface="Calibri"/>
              </a:rPr>
              <a:t>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2608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D3A4A"/>
                </a:solidFill>
                <a:latin typeface="Calibri"/>
              </a:rPr>
              <a:t>Play games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463040"/>
            <a:ext cx="2697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82880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D3A4A"/>
                </a:solidFill>
                <a:latin typeface="Calibri"/>
              </a:rPr>
              <a:t>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92608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D3A4A"/>
                </a:solidFill>
                <a:latin typeface="Calibri"/>
              </a:rPr>
              <a:t>Read a story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63040"/>
            <a:ext cx="2697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82880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D3A4A"/>
                </a:solidFill>
                <a:latin typeface="Calibri"/>
              </a:rPr>
              <a:t>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92608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D3A4A"/>
                </a:solidFill>
                <a:latin typeface="Calibri"/>
              </a:rPr>
              <a:t>Tell a 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463040"/>
            <a:ext cx="2697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82880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D3A4A"/>
                </a:solidFill>
                <a:latin typeface="Calibri"/>
              </a:rPr>
              <a:t>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92608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D3A4A"/>
                </a:solidFill>
                <a:latin typeface="Calibri"/>
              </a:rPr>
              <a:t>Earn stars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3 min  | 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3/29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D3A4A"/>
                </a:solidFill>
                <a:latin typeface="Georgia"/>
              </a:rPr>
              <a:t>Guess the Picture! 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78909C"/>
                </a:solidFill>
                <a:latin typeface="Calibri"/>
              </a:rPr>
              <a:t>What is this?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56616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" y="1645920"/>
            <a:ext cx="1371600" cy="1371600"/>
          </a:xfrm>
          <a:prstGeom prst="ellipse">
            <a:avLst/>
          </a:prstGeom>
          <a:solidFill>
            <a:srgbClr val="FF8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18288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D3A4A"/>
                </a:solidFill>
                <a:latin typeface="Calibri"/>
              </a:rPr>
              <a:t>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D3A4A"/>
                </a:solidFill>
                <a:latin typeface="Calibri"/>
              </a:rPr>
              <a:t>Rabbit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17320"/>
            <a:ext cx="356616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394960" y="1645920"/>
            <a:ext cx="1371600" cy="1371600"/>
          </a:xfrm>
          <a:prstGeom prst="ellipse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18288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D3A4A"/>
                </a:solidFill>
                <a:latin typeface="Calibri"/>
              </a:rPr>
              <a:t>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1089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D3A4A"/>
                </a:solidFill>
                <a:latin typeface="Calibri"/>
              </a:rPr>
              <a:t>Tree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56616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89720" y="1645920"/>
            <a:ext cx="1371600" cy="1371600"/>
          </a:xfrm>
          <a:prstGeom prst="ellipse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18288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D3A4A"/>
                </a:solidFill>
                <a:latin typeface="Calibri"/>
              </a:rPr>
              <a:t>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1089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D3A4A"/>
                </a:solidFill>
                <a:latin typeface="Calibri"/>
              </a:rPr>
              <a:t>House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3–5 min  |  Pictures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4/29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D3A4A"/>
                </a:solidFill>
                <a:latin typeface="Georgia"/>
              </a:rPr>
              <a:t>Guess More Pictures! 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78909C"/>
                </a:solidFill>
                <a:latin typeface="Calibri"/>
              </a:rPr>
              <a:t>What is this?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56616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" y="1645920"/>
            <a:ext cx="1371600" cy="1371600"/>
          </a:xfrm>
          <a:prstGeom prst="ellipse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18288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D3A4A"/>
                </a:solidFill>
                <a:latin typeface="Calibri"/>
              </a:rPr>
              <a:t>☀️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D3A4A"/>
                </a:solidFill>
                <a:latin typeface="Calibri"/>
              </a:rPr>
              <a:t>Sun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17320"/>
            <a:ext cx="356616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394960" y="1645920"/>
            <a:ext cx="1371600" cy="1371600"/>
          </a:xfrm>
          <a:prstGeom prst="ellipse">
            <a:avLst/>
          </a:prstGeom>
          <a:solidFill>
            <a:srgbClr val="F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18288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D3A4A"/>
                </a:solidFill>
                <a:latin typeface="Calibri"/>
              </a:rPr>
              <a:t>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1089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D3A4A"/>
                </a:solidFill>
                <a:latin typeface="Calibri"/>
              </a:rPr>
              <a:t>Apple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56616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89720" y="1645920"/>
            <a:ext cx="1371600" cy="1371600"/>
          </a:xfrm>
          <a:prstGeom prst="ellipse">
            <a:avLst/>
          </a:prstGeom>
          <a:solidFill>
            <a:srgbClr val="F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18288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D3A4A"/>
                </a:solidFill>
                <a:latin typeface="Calibri"/>
              </a:rPr>
              <a:t>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1089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D3A4A"/>
                </a:solidFill>
                <a:latin typeface="Calibri"/>
              </a:rPr>
              <a:t>Ball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5–6 min  |  Pictures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5/29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D3A4A"/>
                </a:solidFill>
                <a:latin typeface="Georgia"/>
              </a:rPr>
              <a:t>Phonics Fun 🔤 (1)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463040"/>
            <a:ext cx="94183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08760" y="1645920"/>
            <a:ext cx="4114800" cy="54864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171907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 - A -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D3A4A"/>
                </a:solidFill>
                <a:latin typeface="Calibri"/>
              </a:rPr>
              <a:t>→  RAT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514600"/>
            <a:ext cx="94183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08760" y="2697480"/>
            <a:ext cx="4114800" cy="548640"/>
          </a:xfrm>
          <a:prstGeom prst="roundRect">
            <a:avLst/>
          </a:prstGeom>
          <a:solidFill>
            <a:srgbClr val="FF8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77063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 - A - B - B - I - 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743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D3A4A"/>
                </a:solidFill>
                <a:latin typeface="Calibri"/>
              </a:rPr>
              <a:t>→  RABBIT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3566160"/>
            <a:ext cx="94183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508760" y="3749040"/>
            <a:ext cx="4114800" cy="548640"/>
          </a:xfrm>
          <a:prstGeom prst="round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38221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 - U - 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3794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D3A4A"/>
                </a:solidFill>
                <a:latin typeface="Calibri"/>
              </a:rPr>
              <a:t>→  RUN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6–7 min  |  Phonics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6/29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D3A4A"/>
                </a:solidFill>
                <a:latin typeface="Georgia"/>
              </a:rPr>
              <a:t>Phonics Fun 🔤 (2)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25880"/>
            <a:ext cx="941832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08760" y="1490472"/>
            <a:ext cx="4114800" cy="502920"/>
          </a:xfrm>
          <a:prstGeom prst="round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 - R - E -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52704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D3A4A"/>
                </a:solidFill>
                <a:latin typeface="Calibri"/>
              </a:rPr>
              <a:t>→  TREE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286000"/>
            <a:ext cx="941832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08760" y="2450592"/>
            <a:ext cx="4114800" cy="50292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514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 - U -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48716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D3A4A"/>
                </a:solidFill>
                <a:latin typeface="Calibri"/>
              </a:rPr>
              <a:t>→  SUN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3246120"/>
            <a:ext cx="941832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508760" y="3410712"/>
            <a:ext cx="4114800" cy="50292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3474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H - O - M - 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344728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D3A4A"/>
                </a:solidFill>
                <a:latin typeface="Calibri"/>
              </a:rPr>
              <a:t>→  HOME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4206240"/>
            <a:ext cx="941832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508760" y="4370832"/>
            <a:ext cx="4114800" cy="502920"/>
          </a:xfrm>
          <a:prstGeom prst="roundRect">
            <a:avLst/>
          </a:prstGeom>
          <a:solidFill>
            <a:srgbClr val="F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4434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 - A - L - 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440740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D3A4A"/>
                </a:solidFill>
                <a:latin typeface="Calibri"/>
              </a:rPr>
              <a:t>→  BALL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7–8 min  |  Phonics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7/29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D3A4A"/>
                </a:solidFill>
                <a:latin typeface="Georgia"/>
              </a:rPr>
              <a:t>🐰 Feed the Rabbit! Round 1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371600"/>
            <a:ext cx="2743200" cy="2743200"/>
          </a:xfrm>
          <a:prstGeom prst="ellipse">
            <a:avLst/>
          </a:prstGeom>
          <a:solidFill>
            <a:srgbClr val="FF8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2D3A4A"/>
                </a:solidFill>
                <a:latin typeface="Calibri"/>
              </a:rPr>
              <a:t>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828800"/>
            <a:ext cx="75895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2103120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78909C"/>
                </a:solidFill>
                <a:latin typeface="Calibri"/>
              </a:rPr>
              <a:t>Which word?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743200"/>
            <a:ext cx="7223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D3A4A"/>
                </a:solidFill>
                <a:latin typeface="Calibri"/>
              </a:rPr>
              <a:t>   RUN          SUN          CAT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8–9 min  |  Feed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8/29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D3A4A"/>
                </a:solidFill>
                <a:latin typeface="Georgia"/>
              </a:rPr>
              <a:t>🐰 Feed the Rabbit! Round 2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371600"/>
            <a:ext cx="2743200" cy="2743200"/>
          </a:xfrm>
          <a:prstGeom prst="ellipse">
            <a:avLst/>
          </a:prstGeom>
          <a:solidFill>
            <a:srgbClr val="FF8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2D3A4A"/>
                </a:solidFill>
                <a:latin typeface="Calibri"/>
              </a:rPr>
              <a:t>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828800"/>
            <a:ext cx="75895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2103120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78909C"/>
                </a:solidFill>
                <a:latin typeface="Calibri"/>
              </a:rPr>
              <a:t>Which word?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743200"/>
            <a:ext cx="7223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D3A4A"/>
                </a:solidFill>
                <a:latin typeface="Calibri"/>
              </a:rPr>
              <a:t>   HOME          HAT          HOP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9 min  |  Feed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9/29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D3A4A"/>
                </a:solidFill>
                <a:latin typeface="Georgia"/>
              </a:rPr>
              <a:t>🐰 Feed the Rabbit! Round 3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371600"/>
            <a:ext cx="2743200" cy="2743200"/>
          </a:xfrm>
          <a:prstGeom prst="ellipse">
            <a:avLst/>
          </a:prstGeom>
          <a:solidFill>
            <a:srgbClr val="FF8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>
                <a:solidFill>
                  <a:srgbClr val="2D3A4A"/>
                </a:solidFill>
                <a:latin typeface="Calibri"/>
              </a:rPr>
              <a:t>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828800"/>
            <a:ext cx="75895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2103120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78909C"/>
                </a:solidFill>
                <a:latin typeface="Calibri"/>
              </a:rPr>
              <a:t>Which word?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743200"/>
            <a:ext cx="7223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D3A4A"/>
                </a:solidFill>
                <a:latin typeface="Calibri"/>
              </a:rPr>
              <a:t>   BALL          BELL          BIG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9–10 min  |  Feed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10/29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D3A4A"/>
                </a:solidFill>
                <a:latin typeface="Georgia"/>
              </a:rPr>
              <a:t>Match the Word! 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3035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2D3A4A"/>
                </a:solidFill>
                <a:latin typeface="Calibri"/>
              </a:rPr>
              <a:t>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011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8AB5"/>
                </a:solidFill>
                <a:latin typeface="Calibri"/>
              </a:rPr>
              <a:t>RABBIT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3035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2D3A4A"/>
                </a:solidFill>
                <a:latin typeface="Calibri"/>
              </a:rPr>
              <a:t>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011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8AB5"/>
                </a:solidFill>
                <a:latin typeface="Calibri"/>
              </a:rPr>
              <a:t>TREE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57600"/>
            <a:ext cx="53035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2D3A4A"/>
                </a:solidFill>
                <a:latin typeface="Calibri"/>
              </a:rPr>
              <a:t>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297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8AB5"/>
                </a:solidFill>
                <a:latin typeface="Calibri"/>
              </a:rPr>
              <a:t>BALL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657600"/>
            <a:ext cx="53035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114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2D3A4A"/>
                </a:solidFill>
                <a:latin typeface="Calibri"/>
              </a:rPr>
              <a:t>☀️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4297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8AB5"/>
                </a:solidFill>
                <a:latin typeface="Calibri"/>
              </a:rPr>
              <a:t>SUN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10–11 min  |  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11/29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D3A4A"/>
                </a:solidFill>
                <a:latin typeface="Georgia"/>
              </a:rPr>
              <a:t>📖 The Little Rabbit  (Part 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4114800" cy="5029200"/>
          </a:xfrm>
          <a:prstGeom prst="round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2D3A4A"/>
                </a:solidFill>
                <a:latin typeface="Calibri"/>
              </a:rPr>
              <a:t>🐰🌳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005840"/>
            <a:ext cx="68580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28016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D3A4A"/>
                </a:solidFill>
                <a:latin typeface="Calibri"/>
              </a:rPr>
              <a:t>Ben is a little rabbit.
Ben lives near a big tree.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30352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8AB5"/>
                </a:solidFill>
                <a:latin typeface="Calibri"/>
              </a:rPr>
              <a:t>Teacher reads → You read → Together! 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11–12 min  |  Story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12/29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D3A4A"/>
                </a:solidFill>
                <a:latin typeface="Georgia"/>
              </a:rPr>
              <a:t>📖 The Little Rabbit  (Part 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4114800" cy="5029200"/>
          </a:xfrm>
          <a:prstGeom prst="round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2D3A4A"/>
                </a:solidFill>
                <a:latin typeface="Calibri"/>
              </a:rPr>
              <a:t>☀️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005840"/>
            <a:ext cx="68580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28016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D3A4A"/>
                </a:solidFill>
                <a:latin typeface="Calibri"/>
              </a:rPr>
              <a:t>One sunny morning,
Ben goes outside.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30352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8AB5"/>
                </a:solidFill>
                <a:latin typeface="Calibri"/>
              </a:rPr>
              <a:t>Teacher reads → You read → Together! 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12–13 min  |  Story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13/29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D3A4A"/>
                </a:solidFill>
                <a:latin typeface="Georgia"/>
              </a:rPr>
              <a:t>📖 The Little Rabbit  (Part 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4114800" cy="5029200"/>
          </a:xfrm>
          <a:prstGeom prst="round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2D3A4A"/>
                </a:solidFill>
                <a:latin typeface="Calibri"/>
              </a:rPr>
              <a:t>🔴🏃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005840"/>
            <a:ext cx="68580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28016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D3A4A"/>
                </a:solidFill>
                <a:latin typeface="Calibri"/>
              </a:rPr>
              <a:t>He sees a red ball.
Ben runs to the ball.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30352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8AB5"/>
                </a:solidFill>
                <a:latin typeface="Calibri"/>
              </a:rPr>
              <a:t>Teacher reads → You read → Together! 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13–14 min  |  Story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14/29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D3A4A"/>
                </a:solidFill>
                <a:latin typeface="Georgia"/>
              </a:rPr>
              <a:t>📖 The Little Rabbit  (Part 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4114800" cy="5029200"/>
          </a:xfrm>
          <a:prstGeom prst="round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2D3A4A"/>
                </a:solidFill>
                <a:latin typeface="Calibri"/>
              </a:rPr>
              <a:t>🏃❓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005840"/>
            <a:ext cx="68580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28016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D3A4A"/>
                </a:solidFill>
                <a:latin typeface="Calibri"/>
              </a:rPr>
              <a:t>But the ball rolls away!
Ben follows the ball.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30352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8AB5"/>
                </a:solidFill>
                <a:latin typeface="Calibri"/>
              </a:rPr>
              <a:t>Teacher reads → You read → Together! 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14–15 min  |  Story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15/29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D3A4A"/>
                </a:solidFill>
                <a:latin typeface="Georgia"/>
              </a:rPr>
              <a:t>📖 The Little Rabbit  (Part 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4114800" cy="5029200"/>
          </a:xfrm>
          <a:prstGeom prst="round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2D3A4A"/>
                </a:solidFill>
                <a:latin typeface="Calibri"/>
              </a:rPr>
              <a:t>🐰😊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005840"/>
            <a:ext cx="68580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28016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D3A4A"/>
                </a:solidFill>
                <a:latin typeface="Calibri"/>
              </a:rPr>
              <a:t>The ball stops.
Ben finds the ball.
Ben smiles!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30352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8AB5"/>
                </a:solidFill>
                <a:latin typeface="Calibri"/>
              </a:rPr>
              <a:t>Teacher reads → You read → Together! 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15–16 min  |  Story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16/29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D3A4A"/>
                </a:solidFill>
                <a:latin typeface="Georgia"/>
              </a:rPr>
              <a:t>Read With Me! 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97480" cy="1691640"/>
          </a:xfrm>
          <a:prstGeom prst="roundRect">
            <a:avLst/>
          </a:prstGeom>
          <a:solidFill>
            <a:srgbClr val="FF8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7452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BEN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371600"/>
            <a:ext cx="2697480" cy="1691640"/>
          </a:xfrm>
          <a:prstGeom prst="round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7560" y="187452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RABBIT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2697480" cy="1691640"/>
          </a:xfrm>
          <a:prstGeom prst="roundRect">
            <a:avLst/>
          </a:prstGeom>
          <a:solidFill>
            <a:srgbClr val="F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87452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TREE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371600"/>
            <a:ext cx="2697480" cy="169164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87452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BALL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83280"/>
            <a:ext cx="2697480" cy="169164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8862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3383280"/>
            <a:ext cx="2697480" cy="1691640"/>
          </a:xfrm>
          <a:prstGeom prst="round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38862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383280"/>
            <a:ext cx="2697480" cy="1691640"/>
          </a:xfrm>
          <a:prstGeom prst="round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8862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HOME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3383280"/>
            <a:ext cx="2697480" cy="1691640"/>
          </a:xfrm>
          <a:prstGeom prst="roundRect">
            <a:avLst/>
          </a:prstGeom>
          <a:solidFill>
            <a:srgbClr val="F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38862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16–17 min  |  Word wall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17/29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D3A4A"/>
                </a:solidFill>
                <a:latin typeface="Georgia"/>
              </a:rPr>
              <a:t>Find the Word! 🔍 (1)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2697480" cy="1691640"/>
          </a:xfrm>
          <a:prstGeom prst="roundRect">
            <a:avLst/>
          </a:prstGeom>
          <a:solidFill>
            <a:srgbClr val="FF8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RABBIT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417320"/>
            <a:ext cx="2697480" cy="1691640"/>
          </a:xfrm>
          <a:prstGeom prst="round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7560" y="192024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TREE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2697480" cy="1691640"/>
          </a:xfrm>
          <a:prstGeom prst="roundRect">
            <a:avLst/>
          </a:prstGeom>
          <a:solidFill>
            <a:srgbClr val="F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92024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BALL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417320"/>
            <a:ext cx="2697480" cy="169164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92024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83280"/>
            <a:ext cx="2697480" cy="169164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8862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RUN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3383280"/>
            <a:ext cx="2697480" cy="1691640"/>
          </a:xfrm>
          <a:prstGeom prst="round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38862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HOME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383280"/>
            <a:ext cx="2697480" cy="1691640"/>
          </a:xfrm>
          <a:prstGeom prst="roundRect">
            <a:avLst/>
          </a:prstGeom>
          <a:solidFill>
            <a:srgbClr val="F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8862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3383280"/>
            <a:ext cx="2697480" cy="1691640"/>
          </a:xfrm>
          <a:prstGeom prst="round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38862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BEN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6692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D3A4A"/>
                </a:solidFill>
                <a:latin typeface="Calibri"/>
              </a:rPr>
              <a:t>Find: RABBIT  •  TREE  •  BALL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17–18 min  |  Find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18/29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D3A4A"/>
                </a:solidFill>
                <a:latin typeface="Georgia"/>
              </a:rPr>
              <a:t>Find the Word! 🔍 (2)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2697480" cy="1691640"/>
          </a:xfrm>
          <a:prstGeom prst="roundRect">
            <a:avLst/>
          </a:prstGeom>
          <a:solidFill>
            <a:srgbClr val="FF8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RABBIT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417320"/>
            <a:ext cx="2697480" cy="1691640"/>
          </a:xfrm>
          <a:prstGeom prst="round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7560" y="192024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TREE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2697480" cy="1691640"/>
          </a:xfrm>
          <a:prstGeom prst="roundRect">
            <a:avLst/>
          </a:prstGeom>
          <a:solidFill>
            <a:srgbClr val="F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92024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BALL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417320"/>
            <a:ext cx="2697480" cy="169164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92024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83280"/>
            <a:ext cx="2697480" cy="169164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8862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RUN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3383280"/>
            <a:ext cx="2697480" cy="1691640"/>
          </a:xfrm>
          <a:prstGeom prst="round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38862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HOME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383280"/>
            <a:ext cx="2697480" cy="1691640"/>
          </a:xfrm>
          <a:prstGeom prst="roundRect">
            <a:avLst/>
          </a:prstGeom>
          <a:solidFill>
            <a:srgbClr val="F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8862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3383280"/>
            <a:ext cx="2697480" cy="1691640"/>
          </a:xfrm>
          <a:prstGeom prst="round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38862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BEN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6692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D3A4A"/>
                </a:solidFill>
                <a:latin typeface="Calibri"/>
              </a:rPr>
              <a:t>Find: SUN  •  RUN  •  HOME  •  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18–19 min  |  Find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19/29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D3A4A"/>
                </a:solidFill>
                <a:latin typeface="Georgia"/>
              </a:rPr>
              <a:t>Story Questions 🧠 (1)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D3A4A"/>
                </a:solidFill>
                <a:latin typeface="Calibri"/>
              </a:rPr>
              <a:t>Who is the story about?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78909C"/>
                </a:solidFill>
                <a:latin typeface="Calibri"/>
              </a:rPr>
              <a:t>🐰 Rabbit     🐱 Cat     🐶 Dog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40"/>
            <a:ext cx="1124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D3A4A"/>
                </a:solidFill>
                <a:latin typeface="Calibri"/>
              </a:rPr>
              <a:t>Where does Ben live?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78909C"/>
                </a:solidFill>
                <a:latin typeface="Calibri"/>
              </a:rPr>
              <a:t>🌳 Near a tree     🌊 In the sea     🚗 In a car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19–20 min  |  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20/29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D3A4A"/>
                </a:solidFill>
                <a:latin typeface="Georgia"/>
              </a:rPr>
              <a:t>Story Questions 🧠 (2)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D3A4A"/>
                </a:solidFill>
                <a:latin typeface="Calibri"/>
              </a:rPr>
              <a:t>What does Ben see?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8909C"/>
                </a:solidFill>
                <a:latin typeface="Calibri"/>
              </a:rPr>
              <a:t>🔴 A ball     🍎 Apple     🚗 Car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88920"/>
            <a:ext cx="112471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D3A4A"/>
                </a:solidFill>
                <a:latin typeface="Calibri"/>
              </a:rPr>
              <a:t>What happens to the ball?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8909C"/>
                </a:solidFill>
                <a:latin typeface="Calibri"/>
              </a:rPr>
              <a:t>Rolls away     Flies up     Disappears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389120"/>
            <a:ext cx="112471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526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D3A4A"/>
                </a:solidFill>
                <a:latin typeface="Calibri"/>
              </a:rPr>
              <a:t>Was Ben happy at the end?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83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8909C"/>
                </a:solidFill>
                <a:latin typeface="Calibri"/>
              </a:rPr>
              <a:t>Yes 😊     No 😢     Not sure 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20–22 min  |  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21/29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D3A4A"/>
                </a:solidFill>
                <a:latin typeface="Georgia"/>
              </a:rPr>
              <a:t>Complete the Sentence! 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112471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D3A4A"/>
                </a:solidFill>
                <a:latin typeface="Calibri"/>
              </a:rPr>
              <a:t>The rabbit can ____.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8909C"/>
                </a:solidFill>
                <a:latin typeface="Calibri"/>
              </a:rPr>
              <a:t>🏃 Run     😴 Sleep     🍎 Eat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11247120" cy="13258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D3A4A"/>
                </a:solidFill>
                <a:latin typeface="Calibri"/>
              </a:rPr>
              <a:t>The ball is ____.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8909C"/>
                </a:solidFill>
                <a:latin typeface="Calibri"/>
              </a:rPr>
              <a:t>🔴 Red     🌳 Green     ☀️ Yellow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51960"/>
            <a:ext cx="112471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D3A4A"/>
                </a:solidFill>
                <a:latin typeface="Calibri"/>
              </a:rPr>
              <a:t>Ben is a ____.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8909C"/>
                </a:solidFill>
                <a:latin typeface="Calibri"/>
              </a:rPr>
              <a:t>🐰 Rabbit     🐱 Cat     🐶 Dog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22–23 min  |  Complete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22/29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D3A4A"/>
                </a:solidFill>
                <a:latin typeface="Georgia"/>
              </a:rPr>
              <a:t>Rhyme Time! 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2697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8AB5"/>
                </a:solidFill>
                <a:latin typeface="Calibri"/>
              </a:rPr>
              <a:t>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8909C"/>
                </a:solidFill>
                <a:latin typeface="Calibri"/>
              </a:rPr>
              <a:t>rhymes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01752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D3A4A"/>
                </a:solidFill>
                <a:latin typeface="Calibri"/>
              </a:rPr>
              <a:t>☀️ sun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463040"/>
            <a:ext cx="2697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8288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8AB5"/>
                </a:solidFill>
                <a:latin typeface="Calibri"/>
              </a:rPr>
              <a:t>TREE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56032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8909C"/>
                </a:solidFill>
                <a:latin typeface="Calibri"/>
              </a:rPr>
              <a:t>rhymes with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01752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D3A4A"/>
                </a:solidFill>
                <a:latin typeface="Calibri"/>
              </a:rPr>
              <a:t>🐝 bee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63040"/>
            <a:ext cx="2697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8288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8AB5"/>
                </a:solidFill>
                <a:latin typeface="Calibri"/>
              </a:rPr>
              <a:t>BALL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56032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8909C"/>
                </a:solidFill>
                <a:latin typeface="Calibri"/>
              </a:rPr>
              <a:t>rhymes with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01752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D3A4A"/>
                </a:solidFill>
                <a:latin typeface="Calibri"/>
              </a:rPr>
              <a:t>🏠 hall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463040"/>
            <a:ext cx="2697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8288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8AB5"/>
                </a:solidFill>
                <a:latin typeface="Calibri"/>
              </a:rPr>
              <a:t>CAT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56032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8909C"/>
                </a:solidFill>
                <a:latin typeface="Calibri"/>
              </a:rPr>
              <a:t>rhymes with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017520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D3A4A"/>
                </a:solidFill>
                <a:latin typeface="Calibri"/>
              </a:rPr>
              <a:t>🎩 hat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23–24 min  |  Rhyme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23/29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D3A4A"/>
                </a:solidFill>
                <a:latin typeface="Georgia"/>
              </a:rPr>
              <a:t>Mini Brain Break! 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D3A4A"/>
                </a:solidFill>
                <a:latin typeface="Calibri"/>
              </a:rPr>
              <a:t>1. Wiggle bunny nose 👃
2. Flop bunny ears 🐰
3. Stretch arms to the sun ☀️
4. Take a big smile breath 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24 min  | 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24/29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D3A4A"/>
                </a:solidFill>
                <a:latin typeface="Georgia"/>
              </a:rPr>
              <a:t>Tell Me a Story! 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38328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>
                <a:solidFill>
                  <a:srgbClr val="2D3A4A"/>
                </a:solidFill>
                <a:latin typeface="Calibri"/>
              </a:rPr>
              <a:t>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8AB5"/>
                </a:solidFill>
                <a:latin typeface="Calibri"/>
              </a:rPr>
              <a:t>WHO?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7373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>
                <a:solidFill>
                  <a:srgbClr val="2D3A4A"/>
                </a:solidFill>
                <a:latin typeface="Calibri"/>
              </a:rPr>
              <a:t>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0175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8AB5"/>
                </a:solidFill>
                <a:latin typeface="Calibri"/>
              </a:rPr>
              <a:t>WHERE?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1371600"/>
            <a:ext cx="338328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17373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>
                <a:solidFill>
                  <a:srgbClr val="2D3A4A"/>
                </a:solidFill>
                <a:latin typeface="Calibri"/>
              </a:rPr>
              <a:t>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9" y="30175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8AB5"/>
                </a:solidFill>
                <a:latin typeface="Calibri"/>
              </a:rPr>
              <a:t>WHAT?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24–26 min  |  Storytell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25/29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D3A4A"/>
                </a:solidFill>
                <a:latin typeface="Georgia"/>
              </a:rPr>
              <a:t>Reading Challenge ⚡ (1)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103327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3A4A"/>
                </a:solidFill>
                <a:latin typeface="Calibri"/>
              </a:rPr>
              <a:t>1. I see a rabbit.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6002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D54F"/>
                </a:solidFill>
                <a:latin typeface="Calibri"/>
              </a:rPr>
              <a:t>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14600"/>
            <a:ext cx="10332720" cy="1051560"/>
          </a:xfrm>
          <a:prstGeom prst="round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78892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3A4A"/>
                </a:solidFill>
                <a:latin typeface="Calibri"/>
              </a:rPr>
              <a:t>2. The sun is hot.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28346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D54F"/>
                </a:solidFill>
                <a:latin typeface="Calibri"/>
              </a:rPr>
              <a:t>⭐⭐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749039"/>
            <a:ext cx="103327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023359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3A4A"/>
                </a:solidFill>
                <a:latin typeface="Calibri"/>
              </a:rPr>
              <a:t>3. The rabbit can run.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406907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D54F"/>
                </a:solidFill>
                <a:latin typeface="Calibri"/>
              </a:rPr>
              <a:t>⭐⭐⭐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26–27 min  |  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26/29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D3A4A"/>
                </a:solidFill>
                <a:latin typeface="Georgia"/>
              </a:rPr>
              <a:t>Reading Challenge ⚡ (2)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103327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3A4A"/>
                </a:solidFill>
                <a:latin typeface="Calibri"/>
              </a:rPr>
              <a:t>1. I see a red ball.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6002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D54F"/>
                </a:solidFill>
                <a:latin typeface="Calibri"/>
              </a:rPr>
              <a:t>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14600"/>
            <a:ext cx="10332720" cy="1051560"/>
          </a:xfrm>
          <a:prstGeom prst="round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78892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3A4A"/>
                </a:solidFill>
                <a:latin typeface="Calibri"/>
              </a:rPr>
              <a:t>2. The ball is big.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28346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D54F"/>
                </a:solidFill>
                <a:latin typeface="Calibri"/>
              </a:rPr>
              <a:t>⭐⭐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749039"/>
            <a:ext cx="103327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023359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3A4A"/>
                </a:solidFill>
                <a:latin typeface="Calibri"/>
              </a:rPr>
              <a:t>3. Ben can run fast.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406907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D54F"/>
                </a:solidFill>
                <a:latin typeface="Calibri"/>
              </a:rPr>
              <a:t>⭐⭐⭐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27–28 min  |  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27/29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5897880"/>
            <a:ext cx="2194560" cy="457200"/>
          </a:xfrm>
          <a:prstGeom prst="round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59253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3A4A"/>
                </a:solidFill>
                <a:latin typeface="Calibri"/>
              </a:rPr>
              <a:t>Your Turn! ⭐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D3A4A"/>
                </a:solidFill>
                <a:latin typeface="Georgia"/>
              </a:rPr>
              <a:t>Quick Recap 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D3A4A"/>
                </a:solidFill>
                <a:latin typeface="Calibri"/>
              </a:rPr>
              <a:t>•  What did we read today?</a:t>
            </a:r>
          </a:p>
          <a:p>
            <a:pPr algn="l"/>
            <a:r>
              <a:rPr sz="2200" b="0">
                <a:solidFill>
                  <a:srgbClr val="2D3A4A"/>
                </a:solidFill>
                <a:latin typeface="Calibri"/>
              </a:rPr>
              <a:t>•  Favorite word?</a:t>
            </a:r>
          </a:p>
          <a:p>
            <a:pPr algn="l"/>
            <a:r>
              <a:rPr sz="2200" b="0">
                <a:solidFill>
                  <a:srgbClr val="2D3A4A"/>
                </a:solidFill>
                <a:latin typeface="Calibri"/>
              </a:rPr>
              <a:t>•  Who was in the story?</a:t>
            </a:r>
          </a:p>
          <a:p>
            <a:pPr algn="l"/>
            <a:r>
              <a:rPr sz="2200" b="0">
                <a:solidFill>
                  <a:srgbClr val="2D3A4A"/>
                </a:solidFill>
                <a:latin typeface="Calibri"/>
              </a:rPr>
              <a:t>•  What happened to the ball?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28–29 min  |  Recap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28/29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822960"/>
            <a:ext cx="850392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0" y="1188720"/>
            <a:ext cx="7955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8AB5"/>
                </a:solidFill>
                <a:latin typeface="Georgia"/>
              </a:rPr>
              <a:t>🏆 READING STAR! 🏆</a:t>
            </a:r>
          </a:p>
        </p:txBody>
      </p:sp>
      <p:sp>
        <p:nvSpPr>
          <p:cNvPr id="5" name="Oval 4"/>
          <p:cNvSpPr/>
          <p:nvPr/>
        </p:nvSpPr>
        <p:spPr>
          <a:xfrm>
            <a:off x="4846320" y="2011680"/>
            <a:ext cx="2468880" cy="2468880"/>
          </a:xfrm>
          <a:prstGeom prst="ellipse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0" y="24231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>
                <a:solidFill>
                  <a:srgbClr val="2D3A4A"/>
                </a:solidFill>
                <a:latin typeface="Calibri"/>
              </a:rPr>
              <a:t>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4572000"/>
            <a:ext cx="79552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D3A4A"/>
                </a:solidFill>
                <a:latin typeface="Calibri"/>
              </a:rPr>
              <a:t>Great job!
You read words!
You read a story!
You told a story!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92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Grade 1  |  🐰 Little Rabbit  |  29–30 min  |  Reward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29/29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